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2" r:id="rId11"/>
    <p:sldId id="263" r:id="rId12"/>
    <p:sldId id="264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857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65760"/>
            <a:ext cx="3200400" cy="32004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005840"/>
            <a:ext cx="2286000" cy="2286000"/>
          </a:xfrm>
          <a:prstGeom prst="ellipse">
            <a:avLst/>
          </a:prstGeom>
          <a:solidFill>
            <a:srgbClr val="0288D1">
              <a:alpha val="22000"/>
            </a:srgbClr>
          </a:solidFill>
          <a:ln w="12700">
            <a:solidFill>
              <a:srgbClr val="0288D1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Application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&amp; Best Practices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02920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enhancements for local development, API documentation,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hardening, and multi-environment deployments on AWS ECS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0288D1">
              <a:alpha val="28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15727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9424" y="3246120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0288D1">
              <a:alpha val="28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3246120"/>
            <a:ext cx="15727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AWS ECS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50208" y="3246120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0288D1">
              <a:alpha val="28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3246120"/>
            <a:ext cx="15727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50992" y="3246120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0288D1">
              <a:alpha val="28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3246120"/>
            <a:ext cx="15727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LLM Gateway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51776" y="3246120"/>
            <a:ext cx="1572768" cy="338328"/>
          </a:xfrm>
          <a:prstGeom prst="roundRect">
            <a:avLst>
              <a:gd name="adj" fmla="val 21622"/>
            </a:avLst>
          </a:prstGeom>
          <a:solidFill>
            <a:srgbClr val="0288D1">
              <a:alpha val="28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3246120"/>
            <a:ext cx="15727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OKTA Security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Review  |  2025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834640" cy="50932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1261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key areas identified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improvement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029968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29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002536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Dev Environment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95728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Swagger API Docs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Token Auth Risk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09544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09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182112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Multi-Environment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02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575304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Test Automation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95928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95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968496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Monorepo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389120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361688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Streaming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71800" y="91440"/>
            <a:ext cx="5943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71800" y="91440"/>
            <a:ext cx="73152" cy="6309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27248" y="137160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 Blocked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27248" y="374904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dev environment — every change requires full ECS deployment, blocking developer iteration velocity.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71800" y="795528"/>
            <a:ext cx="5943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71800" y="795528"/>
            <a:ext cx="73152" cy="6309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84124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Swagger API Docs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127248" y="107899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write manual test scripts for every endpoint, increasing integration bugs and QA time.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71800" y="1499616"/>
            <a:ext cx="5943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71800" y="1499616"/>
            <a:ext cx="73152" cy="6309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27248" y="1545336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Security Vulnerability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127248" y="1783080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tokens never expire — a single leak permanently compromises the LLM gateway with no quick remedy.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71800" y="2203704"/>
            <a:ext cx="5943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971800" y="2203704"/>
            <a:ext cx="73152" cy="6309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7248" y="2249424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Bottleneck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127248" y="2487168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environment means dev/QA/staging deployments conflict and parallel testing is impossible.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71800" y="2907792"/>
            <a:ext cx="5943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71800" y="2907792"/>
            <a:ext cx="73152" cy="63093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27248" y="2953512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UI Testing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127248" y="3191256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needs manual regression testing of the RAG chat interface — risk of UI bugs reaching prod.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71800" y="3611880"/>
            <a:ext cx="5943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971800" y="3611880"/>
            <a:ext cx="73152" cy="6309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7248" y="3657600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Maintenance Risk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127248" y="3895344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infra code in one repo increases blast radius and mixes deployment concerns across teams.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71800" y="4315968"/>
            <a:ext cx="5943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971800" y="4315968"/>
            <a:ext cx="73152" cy="6309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27248" y="436168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LLM Response UX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3127248" y="4599432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streaming — users wait 5–15 seconds staring at blank screen before any content appears in UI.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Local Development Environment with Docker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31920" cy="102412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cannot run or test the RAG application locally. Every code change requires a full deployment to AWS ECS, creating slow feedback loops and blocking developer productivity.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94360"/>
            <a:ext cx="4114800" cy="102412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640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Docker Compose for local development with containerized FastAPI backend, vector DB, and LLM gateway mock — fully mirroring the ECS production topology.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ECS Container Best Practices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859536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48840"/>
            <a:ext cx="2788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48840"/>
            <a:ext cx="2788920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578608"/>
            <a:ext cx="263347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ECS task definitions locally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.env files per environment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matching ECS settings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mounts for hot-reload dev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2148840"/>
            <a:ext cx="2788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2148840"/>
            <a:ext cx="27889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214884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Container Config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9272" y="2578608"/>
            <a:ext cx="263347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JSON in version control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CPU/memory limits matching prod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awsvpc network mode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Container Insights logging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2148840"/>
            <a:ext cx="2788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2148840"/>
            <a:ext cx="2788920" cy="365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214884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Prod Parity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2578608"/>
            <a:ext cx="263347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 image in local and ECS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for shared secrets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for AWS service mocking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 for lint and 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Swagger API Documentation for FastAPI Backend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31920" cy="102412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services have no Swagger/OpenAPI documentation. Developers and testers must manually discover endpoints, increasing bugs and slowing integration work considerably.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94360"/>
            <a:ext cx="4114800" cy="102412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640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auto-generates /docs (Swagger UI) and /redoc — zero extra code needed. Enhance with Pydantic models, response schemas, and detailed route descriptions.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Swagger Best Practices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859536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416052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76272"/>
            <a:ext cx="64008" cy="8046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40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 Docs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487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exposes /docs and /redoc automatically. Ensure docs_url is not disabled in any environment config file.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176272"/>
            <a:ext cx="416052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76272"/>
            <a:ext cx="64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40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Request/Response Models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explicit BaseModel classes for every endpoint. This auto-generates schema AND validates inputs simultaneously.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416052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90672"/>
            <a:ext cx="64008" cy="8046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Group Endpoints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3401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tags=['RAG'], tags=['Auth'] on routes to organize endpoints by domain in Swagger UI for easy navigation.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90672"/>
            <a:ext cx="416052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90672"/>
            <a:ext cx="64008" cy="8046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54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Docs in Production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3401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docs_url=None in prod ECS config (security best practice). Keep enabled in local Docker and staging only.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05072"/>
            <a:ext cx="416052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05072"/>
            <a:ext cx="64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69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Auth Requirements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FastAPI's security schemes to display OKTA token requirements in Swagger — makes auth visible to all developers.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4005072"/>
            <a:ext cx="416052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4005072"/>
            <a:ext cx="64008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069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/api/v1/ versioning and include version in OpenAPI schema — enables backward compatibility as the RAG application evolves.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OKTA Token Authentication  (Replace Fixed Tokens)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31920" cy="11155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Critical Security 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 communicate with LLM Gateway using a hardcoded, non-expiring fixed token. A single token leak permanently compromises the LLM gateway — there is no way to invalidate it without breaking the entire system.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94360"/>
            <a:ext cx="4114800" cy="111556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640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fixed tokens with OKTA session-based tokens (OAuth 2.0 / OIDC). Tokens expire per session, are user-scoped, and support instant revocation — eliminating the permanent token attack surface completely.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8470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Token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176272"/>
            <a:ext cx="150876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" y="21762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73936" y="229514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93392" y="2176272"/>
            <a:ext cx="1508760" cy="5303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93392" y="21762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Token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11296" y="229514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30752" y="2176272"/>
            <a:ext cx="1508760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0752" y="21762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JWT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48656" y="229514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68112" y="2176272"/>
            <a:ext cx="150876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68112" y="21762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86016" y="229514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05472" y="2176272"/>
            <a:ext cx="150876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05472" y="21762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127248"/>
            <a:ext cx="859536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36976"/>
            <a:ext cx="416052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36976"/>
            <a:ext cx="6400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918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JWT Tokens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35478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OKTA tokens with 15–30 min expiry. Use refresh tokens for session continuity without permanent exposure.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236976"/>
            <a:ext cx="416052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236976"/>
            <a:ext cx="6400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918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Scope-Based Access Control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35478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tokens with specific scopes (llm:read, llm:write) — each service only receives the minimum permissions it needs.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078224"/>
            <a:ext cx="416052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078224"/>
            <a:ext cx="6400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133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AWS Secrets Manager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11480" y="4389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OKTA client secrets. Retrieve at runtime — rotate credentials without any ECS redeployment required.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4078224"/>
            <a:ext cx="416052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4078224"/>
            <a:ext cx="6400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133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OAuth2 Middleware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46320" y="4389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FastAPI's built-in OAuth2PasswordBearer to enforce token validation on every route automatically.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Multi-Environment Deployment Strategy on AWS ECS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31920" cy="9875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ability to spin up isolated environments. Dev, QA, and staging share one environment — deployment conflicts arise, hotfixes risk breaking active tests, and parallel feature testing is impossible.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94360"/>
            <a:ext cx="4114800" cy="9875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640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840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AWS ECS clusters per environment (Dev/QA/Staging/Prod) provisioned via Terraform. Add feature-branch environments spun up on-demand and auto-torn-down after 24 hours.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09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Deployment Pipeline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057400"/>
            <a:ext cx="1481328" cy="13898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" y="21031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" y="245059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2743200"/>
            <a:ext cx="12618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8072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09928" y="251460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46E7A"/>
                </a:solidFill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965960" y="2057400"/>
            <a:ext cx="1481328" cy="1389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65960" y="21031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245059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Dev Cluster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75688" y="2743200"/>
            <a:ext cx="12618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8072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auto-deploy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251460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46E7A"/>
                </a:solidFill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703320" y="2057400"/>
            <a:ext cx="1481328" cy="138988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03320" y="21031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245059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QA Cluster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13048" y="2743200"/>
            <a:ext cx="12618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28072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84648" y="251460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46E7A"/>
                </a:solidFill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440680" y="2057400"/>
            <a:ext cx="1481328" cy="13898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40680" y="21031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45059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Staging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50408" y="2743200"/>
            <a:ext cx="12618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8072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22008" y="251460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46E7A"/>
                </a:solidFill>
              </a:rPr>
              <a:t>→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178040" y="2057400"/>
            <a:ext cx="1481328" cy="1389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78040" y="21031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78040" y="245059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Production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87768" y="2743200"/>
            <a:ext cx="12618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280720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3584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Multi-Environment Best Practices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3877056"/>
            <a:ext cx="859536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041648"/>
            <a:ext cx="182880" cy="1828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3968496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Terraform workspaces or AWS CDK stacks per environment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0" y="4041648"/>
            <a:ext cx="182880" cy="1828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8144" y="3968496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all ECS resources with Environment, Project, and Team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26480" y="4041648"/>
            <a:ext cx="182880" cy="1828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64224" y="3968496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 Store for env-specific config (never hardcoded)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4462272"/>
            <a:ext cx="182880" cy="1828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43891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Auto-teardown feature-branch environments after 24 hours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00400" y="4462272"/>
            <a:ext cx="182880" cy="1828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38144" y="43891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ECR image tags (dev-latest, qa-v1.2.3) per environment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26480" y="4462272"/>
            <a:ext cx="182880" cy="1828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43891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ECS Service Auto Scaling independently per environment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Playwright UI Test Automation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31920" cy="9875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UI testing exists. Every release requires manual regression testing of the RAG chat interface, increasing risk of UI regressions shipping to production.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94360"/>
            <a:ext cx="4114800" cy="9875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640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840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Playwright for end-to-end UI automation — test the RAG chat flows, streaming responses, and error states automatically on every pull request via CI/CD pipeline.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09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CI/CD Integration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057400"/>
            <a:ext cx="150876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" y="2057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Push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Branch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73936" y="216712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93392" y="2057400"/>
            <a:ext cx="1508760" cy="5303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93392" y="2057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11296" y="216712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30752" y="2057400"/>
            <a:ext cx="1508760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0752" y="2057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48656" y="216712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68112" y="2057400"/>
            <a:ext cx="1508760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68112" y="2057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86016" y="216712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05472" y="2057400"/>
            <a:ext cx="150876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05472" y="2057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7614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Best Practices for RAG Applications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054096"/>
            <a:ext cx="8595360" cy="3657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163824"/>
            <a:ext cx="41605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163824"/>
            <a:ext cx="64008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004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RAG Chat E2E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3410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full end-to-end tests: enter query → assert streaming response appears → verify source citations are rendered correctly.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163824"/>
            <a:ext cx="41605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163824"/>
            <a:ext cx="64008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004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 Testing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3410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Playwright's waitForResponse and page.on('response') to assert LLM stream chunks arrive progressively, not as a single block.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76472"/>
            <a:ext cx="41605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776472"/>
            <a:ext cx="64008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130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11480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tests using POM pattern — separate page interaction logic from test assertions for maintainability and reuse.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776472"/>
            <a:ext cx="41605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776472"/>
            <a:ext cx="64008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8130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Docker Locally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46320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Playwright as a Docker Compose service — developers can run the full test suite locally matching the CI environment exactly.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389120"/>
            <a:ext cx="41605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4389120"/>
            <a:ext cx="64008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425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Tests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11480" y="4636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Playwright's screenshot comparison to catch unexpected UI layout changes in the chat interface across deployments.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4389120"/>
            <a:ext cx="41605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4389120"/>
            <a:ext cx="64008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4425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 on PR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846320" y="4636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pull requests from merging if Playwright tests fail — integrate with GitHub Actions or AWS CodePipeline for automatic checks.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Repository Separation — App vs Infrastructure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31920" cy="9875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(ECS task definitions, Terraform) and application code live in a single monorepo. This makes maintenance harder, increases blast radius of changes, and mixes deployment concerns.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94360"/>
            <a:ext cx="4114800" cy="9875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640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840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 repos: rag-app (FastAPI code, Playwright tests, Swagger) and rag-infrastructure (ECS task definitions, Terraform, ECR config). Each has its own CI/CD pipeline.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09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Repository 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02536"/>
            <a:ext cx="859536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03120"/>
            <a:ext cx="4114800" cy="1783080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rag-app  (Application Repo)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57860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420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 — FastAPI source 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79806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614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/tests — Playwright E2E test suite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01752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809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— Swagger/OpenAPI specs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323697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/.github — App CI/CD pipeline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45643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4198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local dev stack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67588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6393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/ Dockerfile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103120"/>
            <a:ext cx="4114800" cy="1783080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103120"/>
            <a:ext cx="4114800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rag-infrastructure  (Infra Repo)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64608" y="2578608"/>
            <a:ext cx="128016" cy="12801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5420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/ecs — Task definitions per environment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64608" y="2798064"/>
            <a:ext cx="128016" cy="12801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27614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/terraform — ECS clusters, VPC, ALB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64608" y="3017520"/>
            <a:ext cx="128016" cy="12801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29809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/ecr — Container registry config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64608" y="3236976"/>
            <a:ext cx="128016" cy="12801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32004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/.github — Infra CI/CD pipeline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64608" y="3456432"/>
            <a:ext cx="128016" cy="12801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34198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/scripts — Deploy &amp; rollback scripts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64608" y="3675888"/>
            <a:ext cx="128016" cy="128016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36393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/environments — dev / qa / staging / prod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" y="3977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of Separation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" y="4297680"/>
            <a:ext cx="2011680" cy="548640"/>
          </a:xfrm>
          <a:prstGeom prst="rect">
            <a:avLst/>
          </a:prstGeom>
          <a:solidFill>
            <a:srgbClr val="0F2544">
              <a:alpha val="12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Infra changes need separate approval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450592" y="4297680"/>
            <a:ext cx="2011680" cy="548640"/>
          </a:xfrm>
          <a:prstGeom prst="rect">
            <a:avLst/>
          </a:prstGeom>
          <a:solidFill>
            <a:srgbClr val="0F2544">
              <a:alpha val="12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42032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App deploys without infra review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26864" y="4297680"/>
            <a:ext cx="2011680" cy="548640"/>
          </a:xfrm>
          <a:prstGeom prst="rect">
            <a:avLst/>
          </a:prstGeom>
          <a:solidFill>
            <a:srgbClr val="0F2544">
              <a:alpha val="12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18304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Clear ownership per team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03136" y="4297680"/>
            <a:ext cx="2011680" cy="548640"/>
          </a:xfrm>
          <a:prstGeom prst="rect">
            <a:avLst/>
          </a:prstGeom>
          <a:solidFill>
            <a:srgbClr val="0F2544">
              <a:alpha val="12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94576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Smaller blast radius per change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LLM Response Streaming (Gateway to UI)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3931920" cy="9875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657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responses are not streamed — the UI waits for the full response before rendering anything. This causes long blank wait times for users, especially for large RAG answers.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594360"/>
            <a:ext cx="4114800" cy="9875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640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840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Server-Sent Events (SSE) or WebSockets in the LLM Gateway and FastAPI backend. Stream tokens progressively to the UI as they are generated — matching ChatGPT-style UX.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09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 — Token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810512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57400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Tokens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76856" y="2167128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42032" y="2057400"/>
            <a:ext cx="1810512" cy="5669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42032" y="2057400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61688" y="2167128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2057400"/>
            <a:ext cx="1810512" cy="5669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2057400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StreamingResponse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167128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11696" y="2057400"/>
            <a:ext cx="1810512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11696" y="2057400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Renders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by Token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27614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Streaming  vs  With Streaming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054096"/>
            <a:ext cx="8595360" cy="365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45536"/>
            <a:ext cx="4206240" cy="310896"/>
          </a:xfrm>
          <a:prstGeom prst="rect">
            <a:avLst/>
          </a:prstGeom>
          <a:solidFill>
            <a:srgbClr val="C62828">
              <a:alpha val="80000"/>
            </a:srgbClr>
          </a:solidFill>
          <a:ln w="12700">
            <a:solidFill>
              <a:srgbClr val="C62828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1455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Streaming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145536"/>
            <a:ext cx="4206240" cy="310896"/>
          </a:xfrm>
          <a:prstGeom prst="rect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1455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Streaming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511296"/>
            <a:ext cx="42062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5112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blank screen for 5–15s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511296"/>
            <a:ext cx="42062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112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tokens appear within ~500ms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87705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87705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response delivered at once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87705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87705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token-by-token rendering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242816"/>
            <a:ext cx="42062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428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if LLM is processing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4242816"/>
            <a:ext cx="42062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2428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typing indicator shows progress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60857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60857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UX for long RAG answers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4608576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60857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ChatGPT-style experience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Application Best Practices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816352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94360"/>
            <a:ext cx="2816352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014984"/>
            <a:ext cx="26517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semantic + keyword BM25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with cross-encoder models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512-token chunks with 50-token overlap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metadata for source attribution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594360"/>
            <a:ext cx="2816352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594360"/>
            <a:ext cx="2816352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594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014984"/>
            <a:ext cx="26517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per user session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prompts/responses for audit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prompt injection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streaming responses for large output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594360"/>
            <a:ext cx="2816352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594360"/>
            <a:ext cx="2816352" cy="365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594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on ECS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014984"/>
            <a:ext cx="26517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dedicated ECS service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EFS volumes for embeddings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versioning for model updates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re-indexing via ECS scheduled tasks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807208"/>
            <a:ext cx="2816352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807208"/>
            <a:ext cx="2816352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227832"/>
            <a:ext cx="26517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RAG pipeline with AWS X-Ray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retrieval scores and context windows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LLM latency &gt; 5s (CloudWatch)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hit rate, token usage, cost/query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2807208"/>
            <a:ext cx="2816352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07208"/>
            <a:ext cx="2816352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227832"/>
            <a:ext cx="26517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endpoints for all LLM calls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queuing for concurrent users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frequent queries with Redis sidecar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for fast request validation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807208"/>
            <a:ext cx="2816352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07208"/>
            <a:ext cx="2816352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Container Health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227832"/>
            <a:ext cx="26517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endpoint for ECS health checks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 (SIGTERM handler)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Spot for non-critical services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Memory/CPU alarms before OOM events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11556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1264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50976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89888" y="905256"/>
            <a:ext cx="219456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9344" y="566928"/>
            <a:ext cx="7260336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09344" y="566928"/>
            <a:ext cx="6400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6126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Fix — OKTA Tokens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55648" y="950976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896112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fixed tokens with OKTA OAuth2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55648" y="1170432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115568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 JWT token expiry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0368" y="950976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896112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AWS Secrets 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30368" y="1170432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115568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OAuth2 middleware enforcement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453896"/>
            <a:ext cx="1115568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1499616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18379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89888" y="1792224"/>
            <a:ext cx="219456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9344" y="1453896"/>
            <a:ext cx="7260336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09344" y="1453896"/>
            <a:ext cx="64008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1499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+ Swagger + Playwright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55648" y="183794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1783080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local stack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55648" y="2057400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2002536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/docs with Pydantic models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30368" y="183794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1783080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test suite setup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30368" y="2057400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002536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gate: block PRs if tests fail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340864"/>
            <a:ext cx="1115568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2386584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272491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89888" y="2679192"/>
            <a:ext cx="219456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09344" y="2340864"/>
            <a:ext cx="7260336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609344" y="2340864"/>
            <a:ext cx="64008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55648" y="2386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Streaming + Repo Split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755648" y="2724912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0" y="2670048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in LLM Gateway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55648" y="2944368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20240" y="2889504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StreamingResponse integration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30368" y="2724912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2670048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rag-app and rag-infrastructure repos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30368" y="2944368"/>
            <a:ext cx="109728" cy="10972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2889504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CI/CD pipelines per repo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3227832"/>
            <a:ext cx="1115568" cy="7498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" y="327355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" y="361188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389888" y="3566160"/>
            <a:ext cx="219456" cy="45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09344" y="3227832"/>
            <a:ext cx="7260336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609344" y="3227832"/>
            <a:ext cx="64008" cy="7498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55648" y="3273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ECS Setup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755648" y="3611880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0" y="3557016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Dev/QA/Staging ECS clusters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755648" y="3831336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0240" y="3776472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 per environment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230368" y="3611880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0" y="3557016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image tagging strategy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30368" y="3831336"/>
            <a:ext cx="109728" cy="10972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94960" y="3776472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Auto-teardown for feature environments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114800"/>
            <a:ext cx="111556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74320" y="416052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74320" y="449884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389888" y="4453128"/>
            <a:ext cx="219456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09344" y="4114800"/>
            <a:ext cx="7260336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609344" y="4114800"/>
            <a:ext cx="6400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755648" y="4160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Observability &amp; Hardening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755648" y="4498848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0240" y="4443984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X-Ray tracing on RAG pipeline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755648" y="471830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20240" y="4663440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RAG metrics dashboard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230368" y="4498848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94960" y="4443984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logging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230368" y="471830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94960" y="4663440"/>
            <a:ext cx="3090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Cost/latency/error alerting thresholds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82880"/>
            <a:ext cx="4114800" cy="41148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Expected Outcomes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438912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41248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996696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0704" y="9235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Developer Velocity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1225296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environment eliminates cloud dependency for dev and test cycles — faster iteration, more features shipped.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197510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60704" y="1901952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Integration &amp; Onboarding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" y="2203704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 cut API integration time and significantly reduce ramp-up time for new team members.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295351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60704" y="2880360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Permanent Token 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3182112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session tokens expire automatically — the fixed token attack surface is eliminated entirely.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76472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93192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60704" y="3858768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Testing Enabled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0704" y="4160520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environments allow QA, staging, and feature testing to run simultaneously without conflicts.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841248"/>
            <a:ext cx="2926080" cy="3547872"/>
          </a:xfrm>
          <a:prstGeom prst="rect">
            <a:avLst/>
          </a:prstGeom>
          <a:solidFill>
            <a:srgbClr val="0288D1">
              <a:alpha val="15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9692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Next Steps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1508760"/>
            <a:ext cx="237744" cy="23774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508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147218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8-week roadmap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2167128"/>
            <a:ext cx="237744" cy="23774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1671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21305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Phase 1 security sprint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825496"/>
            <a:ext cx="237744" cy="23774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8254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82512" y="2788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DevOps time for ECS setup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3483864"/>
            <a:ext cx="237744" cy="23774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4838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2512" y="34472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weekly progress review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82880"/>
            <a:ext cx="4114800" cy="41148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Expected Outcomes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438912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41248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996696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0704" y="923544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Developer Velocity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1225296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+ Playwright CI eliminates manual regression and cloud deployment dependency for dev cycles.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197510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60704" y="1901952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Permanent Token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" y="2203704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session tokens expire automatically — the fixed token attack surface is completely eliminated.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295351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60704" y="2880360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3182112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delivers tokens progressively — users see responses in ~500ms instead of 5–15 second waits.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76472"/>
            <a:ext cx="5212080" cy="822960"/>
          </a:xfrm>
          <a:prstGeom prst="rect">
            <a:avLst/>
          </a:prstGeom>
          <a:solidFill>
            <a:srgbClr val="1565C0">
              <a:alpha val="24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93192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60704" y="3858768"/>
            <a:ext cx="4352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Architecture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0704" y="4160520"/>
            <a:ext cx="4352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separation, multi-environment ECS, and Swagger docs make the system scalable and easy to operate.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841248"/>
            <a:ext cx="2926080" cy="3547872"/>
          </a:xfrm>
          <a:prstGeom prst="rect">
            <a:avLst/>
          </a:prstGeom>
          <a:solidFill>
            <a:srgbClr val="0288D1">
              <a:alpha val="15000"/>
            </a:srgbClr>
          </a:solidFill>
          <a:ln w="12700">
            <a:solidFill>
              <a:srgbClr val="0288D1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9692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Next Steps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1463040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4630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4224" y="142646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10-week roadmap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993392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64224" y="19568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Fix OKTA token (security)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523744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5237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64224" y="2487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Docker + Swagger + Playwright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3054096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0540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Streaming + Repo split + ECS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3584448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3584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544"/>
                </a:solidFill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64224" y="3547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weekly progress reviews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2160</Words>
  <Application>Microsoft Macintosh PowerPoint</Application>
  <PresentationFormat>On-screen Show (16:9)</PresentationFormat>
  <Paragraphs>361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Application – Improvements &amp; Best Practices</dc:title>
  <dc:subject>PptxGenJS Presentation</dc:subject>
  <dc:creator>PptxGenJS</dc:creator>
  <cp:lastModifiedBy>Geetha Chinnaiyan</cp:lastModifiedBy>
  <cp:revision>2</cp:revision>
  <dcterms:created xsi:type="dcterms:W3CDTF">2026-03-07T00:00:09Z</dcterms:created>
  <dcterms:modified xsi:type="dcterms:W3CDTF">2026-03-07T00:09:21Z</dcterms:modified>
</cp:coreProperties>
</file>